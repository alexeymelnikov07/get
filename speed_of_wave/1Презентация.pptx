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44" r:id="rId5"/>
    <p:sldId id="345" r:id="rId6"/>
    <p:sldId id="346" r:id="rId7"/>
    <p:sldId id="348" r:id="rId8"/>
    <p:sldId id="349" r:id="rId9"/>
    <p:sldId id="350" r:id="rId10"/>
    <p:sldId id="351" r:id="rId11"/>
    <p:sldId id="357" r:id="rId12"/>
    <p:sldId id="352" r:id="rId13"/>
    <p:sldId id="356" r:id="rId14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A3D024-909B-3BC2-1496-FEEAB652808A}" name="Sher Dionisio" initials="" userId="S::Sher.Dionisio@teksystemsgs.com::02daa716-9709-4d47-a153-1943ce1675c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93F950-BC75-40EC-A71B-DD7037CA5614}" v="5" dt="2025-12-07T17:48:07.769"/>
  </p1510:revLst>
</p1510:revInfo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6807" autoAdjust="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>
        <p:guide orient="horz" pos="175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109"/>
    </p:cViewPr>
  </p:sorterViewPr>
  <p:notesViewPr>
    <p:cSldViewPr snapToGrid="0" showGuides="1">
      <p:cViewPr varScale="1">
        <p:scale>
          <a:sx n="82" d="100"/>
          <a:sy n="82" d="100"/>
        </p:scale>
        <p:origin x="393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vorg Poghosyan" userId="eb8836a5d58e757d" providerId="LiveId" clId="{35DD9507-2E08-41E3-8C59-304B0CEBED23}"/>
    <pc:docChg chg="custSel addSld delSld modSld">
      <pc:chgData name="Gevorg Poghosyan" userId="eb8836a5d58e757d" providerId="LiveId" clId="{35DD9507-2E08-41E3-8C59-304B0CEBED23}" dt="2025-12-07T17:56:38.628" v="109" actId="20577"/>
      <pc:docMkLst>
        <pc:docMk/>
      </pc:docMkLst>
      <pc:sldChg chg="del">
        <pc:chgData name="Gevorg Poghosyan" userId="eb8836a5d58e757d" providerId="LiveId" clId="{35DD9507-2E08-41E3-8C59-304B0CEBED23}" dt="2025-12-07T17:39:13.844" v="0" actId="2696"/>
        <pc:sldMkLst>
          <pc:docMk/>
          <pc:sldMk cId="1427108074" sldId="347"/>
        </pc:sldMkLst>
      </pc:sldChg>
      <pc:sldChg chg="addSp delSp modSp mod">
        <pc:chgData name="Gevorg Poghosyan" userId="eb8836a5d58e757d" providerId="LiveId" clId="{35DD9507-2E08-41E3-8C59-304B0CEBED23}" dt="2025-12-07T17:41:43.573" v="10" actId="20577"/>
        <pc:sldMkLst>
          <pc:docMk/>
          <pc:sldMk cId="762554544" sldId="348"/>
        </pc:sldMkLst>
        <pc:spChg chg="del">
          <ac:chgData name="Gevorg Poghosyan" userId="eb8836a5d58e757d" providerId="LiveId" clId="{35DD9507-2E08-41E3-8C59-304B0CEBED23}" dt="2025-12-07T17:39:18.928" v="1" actId="478"/>
          <ac:spMkLst>
            <pc:docMk/>
            <pc:sldMk cId="762554544" sldId="348"/>
            <ac:spMk id="4" creationId="{A5A951FD-B055-4EE8-B6D9-62EC0F39DC50}"/>
          </ac:spMkLst>
        </pc:spChg>
        <pc:spChg chg="mod">
          <ac:chgData name="Gevorg Poghosyan" userId="eb8836a5d58e757d" providerId="LiveId" clId="{35DD9507-2E08-41E3-8C59-304B0CEBED23}" dt="2025-12-07T17:41:43.573" v="10" actId="20577"/>
          <ac:spMkLst>
            <pc:docMk/>
            <pc:sldMk cId="762554544" sldId="348"/>
            <ac:spMk id="5" creationId="{4681FD62-2879-F1A9-E353-ED9A53320A4A}"/>
          </ac:spMkLst>
        </pc:spChg>
        <pc:spChg chg="add del mod">
          <ac:chgData name="Gevorg Poghosyan" userId="eb8836a5d58e757d" providerId="LiveId" clId="{35DD9507-2E08-41E3-8C59-304B0CEBED23}" dt="2025-12-07T17:39:23.484" v="2" actId="478"/>
          <ac:spMkLst>
            <pc:docMk/>
            <pc:sldMk cId="762554544" sldId="348"/>
            <ac:spMk id="6" creationId="{21E05346-F7B5-D317-4605-9C3B85A2D2DF}"/>
          </ac:spMkLst>
        </pc:spChg>
        <pc:spChg chg="mod">
          <ac:chgData name="Gevorg Poghosyan" userId="eb8836a5d58e757d" providerId="LiveId" clId="{35DD9507-2E08-41E3-8C59-304B0CEBED23}" dt="2025-12-07T17:40:17.855" v="8" actId="14100"/>
          <ac:spMkLst>
            <pc:docMk/>
            <pc:sldMk cId="762554544" sldId="348"/>
            <ac:spMk id="7" creationId="{FC5F8EB2-8936-F0AC-DA2A-4A5609BEA7E8}"/>
          </ac:spMkLst>
        </pc:spChg>
      </pc:sldChg>
      <pc:sldChg chg="modSp mod">
        <pc:chgData name="Gevorg Poghosyan" userId="eb8836a5d58e757d" providerId="LiveId" clId="{35DD9507-2E08-41E3-8C59-304B0CEBED23}" dt="2025-12-07T17:56:38.628" v="109" actId="20577"/>
        <pc:sldMkLst>
          <pc:docMk/>
          <pc:sldMk cId="1386263332" sldId="349"/>
        </pc:sldMkLst>
        <pc:spChg chg="mod">
          <ac:chgData name="Gevorg Poghosyan" userId="eb8836a5d58e757d" providerId="LiveId" clId="{35DD9507-2E08-41E3-8C59-304B0CEBED23}" dt="2025-12-07T17:41:51.382" v="12" actId="20577"/>
          <ac:spMkLst>
            <pc:docMk/>
            <pc:sldMk cId="1386263332" sldId="349"/>
            <ac:spMk id="6" creationId="{59DCAC55-B7A8-5880-28DA-348EC4F085AF}"/>
          </ac:spMkLst>
        </pc:spChg>
        <pc:spChg chg="mod">
          <ac:chgData name="Gevorg Poghosyan" userId="eb8836a5d58e757d" providerId="LiveId" clId="{35DD9507-2E08-41E3-8C59-304B0CEBED23}" dt="2025-12-07T17:56:38.628" v="109" actId="20577"/>
          <ac:spMkLst>
            <pc:docMk/>
            <pc:sldMk cId="1386263332" sldId="349"/>
            <ac:spMk id="8" creationId="{9B0A9F6B-B714-24A4-1731-04239F0C6E2C}"/>
          </ac:spMkLst>
        </pc:spChg>
      </pc:sldChg>
      <pc:sldChg chg="addSp delSp modSp new mod">
        <pc:chgData name="Gevorg Poghosyan" userId="eb8836a5d58e757d" providerId="LiveId" clId="{35DD9507-2E08-41E3-8C59-304B0CEBED23}" dt="2025-12-07T17:54:40.383" v="107" actId="1076"/>
        <pc:sldMkLst>
          <pc:docMk/>
          <pc:sldMk cId="3982575402" sldId="357"/>
        </pc:sldMkLst>
        <pc:spChg chg="del mod">
          <ac:chgData name="Gevorg Poghosyan" userId="eb8836a5d58e757d" providerId="LiveId" clId="{35DD9507-2E08-41E3-8C59-304B0CEBED23}" dt="2025-12-07T17:47:15.825" v="33" actId="478"/>
          <ac:spMkLst>
            <pc:docMk/>
            <pc:sldMk cId="3982575402" sldId="357"/>
            <ac:spMk id="2" creationId="{22B1EE79-A9CE-C5C0-F520-2DA340E50B19}"/>
          </ac:spMkLst>
        </pc:spChg>
        <pc:spChg chg="del mod">
          <ac:chgData name="Gevorg Poghosyan" userId="eb8836a5d58e757d" providerId="LiveId" clId="{35DD9507-2E08-41E3-8C59-304B0CEBED23}" dt="2025-12-07T17:45:51.167" v="25"/>
          <ac:spMkLst>
            <pc:docMk/>
            <pc:sldMk cId="3982575402" sldId="357"/>
            <ac:spMk id="3" creationId="{6FD9DCB7-53E7-FED6-28E3-06F495611D15}"/>
          </ac:spMkLst>
        </pc:spChg>
        <pc:spChg chg="del">
          <ac:chgData name="Gevorg Poghosyan" userId="eb8836a5d58e757d" providerId="LiveId" clId="{35DD9507-2E08-41E3-8C59-304B0CEBED23}" dt="2025-12-07T17:46:16.247" v="26"/>
          <ac:spMkLst>
            <pc:docMk/>
            <pc:sldMk cId="3982575402" sldId="357"/>
            <ac:spMk id="4" creationId="{A2F8E695-E8FA-FC7B-179B-560D69F3A514}"/>
          </ac:spMkLst>
        </pc:spChg>
        <pc:spChg chg="add del mod">
          <ac:chgData name="Gevorg Poghosyan" userId="eb8836a5d58e757d" providerId="LiveId" clId="{35DD9507-2E08-41E3-8C59-304B0CEBED23}" dt="2025-12-07T17:47:17.768" v="34" actId="478"/>
          <ac:spMkLst>
            <pc:docMk/>
            <pc:sldMk cId="3982575402" sldId="357"/>
            <ac:spMk id="10" creationId="{254F5F8F-C479-FBE2-6107-D362360D92F9}"/>
          </ac:spMkLst>
        </pc:spChg>
        <pc:picChg chg="add mod">
          <ac:chgData name="Gevorg Poghosyan" userId="eb8836a5d58e757d" providerId="LiveId" clId="{35DD9507-2E08-41E3-8C59-304B0CEBED23}" dt="2025-12-07T17:53:49.796" v="97" actId="14100"/>
          <ac:picMkLst>
            <pc:docMk/>
            <pc:sldMk cId="3982575402" sldId="357"/>
            <ac:picMk id="6" creationId="{2B565A9A-5336-A771-86E6-87A1C7AE9314}"/>
          </ac:picMkLst>
        </pc:picChg>
        <pc:picChg chg="add mod">
          <ac:chgData name="Gevorg Poghosyan" userId="eb8836a5d58e757d" providerId="LiveId" clId="{35DD9507-2E08-41E3-8C59-304B0CEBED23}" dt="2025-12-07T17:54:40.383" v="107" actId="1076"/>
          <ac:picMkLst>
            <pc:docMk/>
            <pc:sldMk cId="3982575402" sldId="357"/>
            <ac:picMk id="7" creationId="{CBD6A055-57C6-111F-88D4-9D2A7FF5193E}"/>
          </ac:picMkLst>
        </pc:picChg>
        <pc:picChg chg="add mod">
          <ac:chgData name="Gevorg Poghosyan" userId="eb8836a5d58e757d" providerId="LiveId" clId="{35DD9507-2E08-41E3-8C59-304B0CEBED23}" dt="2025-12-07T17:54:13.898" v="101" actId="14100"/>
          <ac:picMkLst>
            <pc:docMk/>
            <pc:sldMk cId="3982575402" sldId="357"/>
            <ac:picMk id="8" creationId="{771AC139-ED78-4C09-15DF-0CC326EF7824}"/>
          </ac:picMkLst>
        </pc:picChg>
        <pc:picChg chg="add mod">
          <ac:chgData name="Gevorg Poghosyan" userId="eb8836a5d58e757d" providerId="LiveId" clId="{35DD9507-2E08-41E3-8C59-304B0CEBED23}" dt="2025-12-07T17:54:05.066" v="100" actId="14100"/>
          <ac:picMkLst>
            <pc:docMk/>
            <pc:sldMk cId="3982575402" sldId="357"/>
            <ac:picMk id="11" creationId="{B825C3D4-E903-C530-2A03-C37EA44C730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B440F78-2C9E-4C7F-818C-B40BB19D3A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ED3FB98-80B9-4155-809A-82659D34A0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9749AC55-7CDA-47B9-9DA5-E56B3FFAEE2F}" type="datetime1">
              <a:rPr lang="ru-RU" smtClean="0"/>
              <a:t>07.12.2025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8DEF847-3492-4888-9C23-1504238536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9E48C54-2332-4748-9C65-6A27E550C1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F7F75FB2-D12E-4669-8522-D3E2C7E6DC9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69918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0E5C4B33-97B5-410B-BDF8-FEC3E280F575}" type="datetime1">
              <a:rPr lang="ru-RU" smtClean="0"/>
              <a:pPr/>
              <a:t>07.12.2025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8D18E0B9-48E4-499D-93B2-B07D00395BA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4043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18E0B9-48E4-499D-93B2-B07D00395BAC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129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18E0B9-48E4-499D-93B2-B07D00395BAC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770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18E0B9-48E4-499D-93B2-B07D00395BAC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8461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18E0B9-48E4-499D-93B2-B07D00395BAC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2345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18E0B9-48E4-499D-93B2-B07D00395BAC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5805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18E0B9-48E4-499D-93B2-B07D00395BAC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7099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18E0B9-48E4-499D-93B2-B07D00395BAC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4167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18E0B9-48E4-499D-93B2-B07D00395BAC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42440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8D18E0B9-48E4-499D-93B2-B07D00395BAC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3878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id="{FCA39D92-9919-A80E-44FF-6B912E85073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58788" y="457200"/>
            <a:ext cx="11274425" cy="5943600"/>
          </a:xfrm>
        </p:spPr>
        <p:txBody>
          <a:bodyPr rtlCol="0">
            <a:normAutofit/>
          </a:bodyPr>
          <a:lstStyle>
            <a:lvl1pPr marL="0" indent="0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B62FF34D-C8F8-1796-647D-D17056A27E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1955" y="612475"/>
            <a:ext cx="4701904" cy="3079029"/>
          </a:xfrm>
        </p:spPr>
        <p:txBody>
          <a:bodyPr rtlCol="0" anchor="b">
            <a:normAutofit/>
          </a:bodyPr>
          <a:lstStyle>
            <a:lvl1pPr algn="r">
              <a:defRPr lang="ru-RU" sz="48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907688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AC229E2-8757-94D8-A1B6-702189DCC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3249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A77143C8-CDFF-B937-C00C-5E7B509399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883920"/>
            <a:ext cx="4114800" cy="5059680"/>
          </a:xfrm>
        </p:spPr>
        <p:txBody>
          <a:bodyPr rtlCol="0">
            <a:normAutofit/>
          </a:bodyPr>
          <a:lstStyle>
            <a:lvl1pPr>
              <a:defRPr lang="ru-RU"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F82637A1-1BB4-AF51-24C3-6FE78DD45D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438400"/>
            <a:ext cx="4799012" cy="3505200"/>
          </a:xfrm>
        </p:spPr>
        <p:txBody>
          <a:bodyPr rtlCol="0">
            <a:normAutofit/>
          </a:bodyPr>
          <a:lstStyle>
            <a:lvl1pPr marL="0" indent="0">
              <a:lnSpc>
                <a:spcPct val="125000"/>
              </a:lnSpc>
              <a:buNone/>
              <a:defRPr lang="ru-RU" sz="1800"/>
            </a:lvl1pPr>
            <a:lvl2pPr marL="457200" indent="0">
              <a:lnSpc>
                <a:spcPct val="125000"/>
              </a:lnSpc>
              <a:buNone/>
              <a:defRPr lang="ru-RU" sz="1600"/>
            </a:lvl2pPr>
            <a:lvl3pPr marL="914400" indent="0">
              <a:lnSpc>
                <a:spcPct val="125000"/>
              </a:lnSpc>
              <a:buNone/>
              <a:defRPr lang="ru-RU" sz="1400"/>
            </a:lvl3pPr>
            <a:lvl4pPr marL="1371600" indent="0">
              <a:lnSpc>
                <a:spcPct val="125000"/>
              </a:lnSpc>
              <a:buNone/>
              <a:defRPr lang="ru-RU" sz="1200"/>
            </a:lvl4pPr>
            <a:lvl5pPr marL="1828800" indent="0">
              <a:lnSpc>
                <a:spcPct val="125000"/>
              </a:lnSpc>
              <a:buNone/>
              <a:defRPr lang="ru-RU" sz="12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Рамка 2">
            <a:extLst>
              <a:ext uri="{FF2B5EF4-FFF2-40B4-BE49-F238E27FC236}">
                <a16:creationId xmlns:a16="http://schemas.microsoft.com/office/drawing/2014/main" id="{56F59DF2-AB3C-B7B3-826A-636B8CC5AB3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68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4737016-0B2B-9F81-7A77-63223C4864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134E572-08FE-0439-A460-8DFE1183A6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8742" y="914399"/>
            <a:ext cx="4798858" cy="5029199"/>
          </a:xfrm>
        </p:spPr>
        <p:txBody>
          <a:bodyPr rtlCol="0">
            <a:normAutofit/>
          </a:bodyPr>
          <a:lstStyle>
            <a:lvl1pPr>
              <a:defRPr lang="ru-RU" sz="48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01EB46EC-087C-B8FF-2363-B99FAE983B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5713413" cy="50292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992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текст и изобра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71D49246-C641-C3BA-F07B-89FFC6CDA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853439"/>
            <a:ext cx="4802373" cy="2833689"/>
          </a:xfrm>
        </p:spPr>
        <p:txBody>
          <a:bodyPr rIns="914400" rtlCol="0" anchor="b"/>
          <a:lstStyle>
            <a:lvl1pPr>
              <a:defRPr lang="ru-RU" sz="48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5BE7E1DF-A70C-8F79-9B76-72B2A7B4DC7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931919"/>
            <a:ext cx="4802735" cy="2072641"/>
          </a:xfrm>
        </p:spPr>
        <p:txBody>
          <a:bodyPr rtlCol="0"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lang="ru-RU"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lang="ru-RU"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lang="ru-RU"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lang="ru-RU"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lang="ru-RU" sz="12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1CD5F637-DFBF-7FED-7CD5-F46A26E5CD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3" name="Рамка 12">
            <a:extLst>
              <a:ext uri="{FF2B5EF4-FFF2-40B4-BE49-F238E27FC236}">
                <a16:creationId xmlns:a16="http://schemas.microsoft.com/office/drawing/2014/main" id="{33E3B934-3E16-21AF-8F5A-9EFD93255705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05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FD872928-B479-F7C5-9C83-C448FBA36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20445"/>
            <a:ext cx="4114800" cy="5029200"/>
          </a:xfrm>
        </p:spPr>
        <p:txBody>
          <a:bodyPr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Объект 10">
            <a:extLst>
              <a:ext uri="{FF2B5EF4-FFF2-40B4-BE49-F238E27FC236}">
                <a16:creationId xmlns:a16="http://schemas.microsoft.com/office/drawing/2014/main" id="{61E3771A-E1EB-0CBE-828C-2C5E1F2AE6C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75227" y="1020445"/>
            <a:ext cx="4802735" cy="5029200"/>
          </a:xfrm>
        </p:spPr>
        <p:txBody>
          <a:bodyPr rtlCol="0" anchor="ctr">
            <a:normAutofit/>
          </a:bodyPr>
          <a:lstStyle>
            <a:lvl1pPr marL="22860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800"/>
            </a:lvl1pPr>
            <a:lvl2pPr marL="41148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600"/>
            </a:lvl2pPr>
            <a:lvl3pPr marL="59436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/>
            </a:lvl3pPr>
            <a:lvl4pPr marL="77724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200"/>
            </a:lvl4pPr>
            <a:lvl5pPr marL="960120" indent="-2286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2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2A1635D-96F0-769B-4ECB-70502770A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6" name="Рамка 5">
            <a:extLst>
              <a:ext uri="{FF2B5EF4-FFF2-40B4-BE49-F238E27FC236}">
                <a16:creationId xmlns:a16="http://schemas.microsoft.com/office/drawing/2014/main" id="{4F877767-0342-A344-0462-A0D877FF68F8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52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изображение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821F215D-0D9E-64B3-1F66-E90B87932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00741"/>
            <a:ext cx="4802372" cy="2788919"/>
          </a:xfrm>
        </p:spPr>
        <p:txBody>
          <a:bodyPr rtlCol="0" anchor="b">
            <a:normAutofit/>
          </a:bodyPr>
          <a:lstStyle>
            <a:lvl1pPr>
              <a:defRPr lang="ru-RU" sz="48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Объект 10">
            <a:extLst>
              <a:ext uri="{FF2B5EF4-FFF2-40B4-BE49-F238E27FC236}">
                <a16:creationId xmlns:a16="http://schemas.microsoft.com/office/drawing/2014/main" id="{E86A4459-11C2-44C6-0173-C666D5AADC1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" y="3825239"/>
            <a:ext cx="4802735" cy="2072641"/>
          </a:xfrm>
        </p:spPr>
        <p:txBody>
          <a:bodyPr rtlCol="0"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buNone/>
              <a:defRPr lang="ru-RU" sz="1800"/>
            </a:lvl1pPr>
            <a:lvl2pPr marL="457200" indent="0">
              <a:lnSpc>
                <a:spcPct val="125000"/>
              </a:lnSpc>
              <a:spcBef>
                <a:spcPts val="0"/>
              </a:spcBef>
              <a:buNone/>
              <a:defRPr lang="ru-RU" sz="1600"/>
            </a:lvl2pPr>
            <a:lvl3pPr marL="914400" indent="0">
              <a:lnSpc>
                <a:spcPct val="125000"/>
              </a:lnSpc>
              <a:spcBef>
                <a:spcPts val="0"/>
              </a:spcBef>
              <a:buNone/>
              <a:defRPr lang="ru-RU" sz="1400"/>
            </a:lvl3pPr>
            <a:lvl4pPr marL="1371600" indent="0">
              <a:lnSpc>
                <a:spcPct val="125000"/>
              </a:lnSpc>
              <a:spcBef>
                <a:spcPts val="0"/>
              </a:spcBef>
              <a:buNone/>
              <a:defRPr lang="ru-RU" sz="1200"/>
            </a:lvl4pPr>
            <a:lvl5pPr marL="1828800" indent="0">
              <a:lnSpc>
                <a:spcPct val="125000"/>
              </a:lnSpc>
              <a:spcBef>
                <a:spcPts val="0"/>
              </a:spcBef>
              <a:buNone/>
              <a:defRPr lang="ru-RU" sz="12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284EF14-0982-D931-9DD6-ECFE61D5B0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78587" y="921230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Рамка 5">
            <a:extLst>
              <a:ext uri="{FF2B5EF4-FFF2-40B4-BE49-F238E27FC236}">
                <a16:creationId xmlns:a16="http://schemas.microsoft.com/office/drawing/2014/main" id="{7D7E927E-4F73-5579-4F1D-E13899DEEA0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06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столбца макет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0" y="2153285"/>
            <a:ext cx="4953001" cy="3500438"/>
          </a:xfrm>
        </p:spPr>
        <p:txBody>
          <a:bodyPr lIns="91440" rtlCol="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lang="ru-RU" sz="1800"/>
            </a:lvl1pPr>
            <a:lvl2pPr>
              <a:spcBef>
                <a:spcPts val="1000"/>
              </a:spcBef>
              <a:spcAft>
                <a:spcPts val="1200"/>
              </a:spcAft>
              <a:defRPr lang="ru-RU" sz="1600"/>
            </a:lvl2pPr>
            <a:lvl3pPr>
              <a:spcBef>
                <a:spcPts val="1000"/>
              </a:spcBef>
              <a:spcAft>
                <a:spcPts val="1200"/>
              </a:spcAft>
              <a:defRPr lang="ru-RU" sz="1400"/>
            </a:lvl3pPr>
            <a:lvl4pPr>
              <a:spcBef>
                <a:spcPts val="1000"/>
              </a:spcBef>
              <a:spcAft>
                <a:spcPts val="1200"/>
              </a:spcAft>
              <a:defRPr lang="ru-RU" sz="1200"/>
            </a:lvl4pPr>
            <a:lvl5pPr>
              <a:spcBef>
                <a:spcPts val="1000"/>
              </a:spcBef>
              <a:spcAft>
                <a:spcPts val="1200"/>
              </a:spcAft>
              <a:defRPr lang="ru-RU" sz="12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3" name="Объект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09360" y="2153285"/>
            <a:ext cx="5135880" cy="3500438"/>
          </a:xfrm>
        </p:spPr>
        <p:txBody>
          <a:bodyPr lIns="91440" rtlCol="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lang="ru-RU" sz="1800"/>
            </a:lvl1pPr>
            <a:lvl2pPr>
              <a:spcBef>
                <a:spcPts val="1000"/>
              </a:spcBef>
              <a:spcAft>
                <a:spcPts val="1200"/>
              </a:spcAft>
              <a:defRPr lang="ru-RU" sz="1600"/>
            </a:lvl2pPr>
            <a:lvl3pPr>
              <a:spcBef>
                <a:spcPts val="1000"/>
              </a:spcBef>
              <a:spcAft>
                <a:spcPts val="1200"/>
              </a:spcAft>
              <a:defRPr lang="ru-RU" sz="1400"/>
            </a:lvl3pPr>
            <a:lvl4pPr>
              <a:spcBef>
                <a:spcPts val="1000"/>
              </a:spcBef>
              <a:spcAft>
                <a:spcPts val="1200"/>
              </a:spcAft>
              <a:defRPr lang="ru-RU" sz="1200"/>
            </a:lvl4pPr>
            <a:lvl5pPr>
              <a:spcBef>
                <a:spcPts val="1000"/>
              </a:spcBef>
              <a:spcAft>
                <a:spcPts val="1200"/>
              </a:spcAft>
              <a:defRPr lang="ru-RU" sz="12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Рамка 1">
            <a:extLst>
              <a:ext uri="{FF2B5EF4-FFF2-40B4-BE49-F238E27FC236}">
                <a16:creationId xmlns:a16="http://schemas.microsoft.com/office/drawing/2014/main" id="{55D7E8F5-692D-24DD-0F8C-9563BA74AAF4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43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столбца макет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1" y="2153285"/>
            <a:ext cx="3261359" cy="3500438"/>
          </a:xfrm>
        </p:spPr>
        <p:txBody>
          <a:bodyPr lIns="91440" rtlCol="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lang="ru-RU" sz="1800" b="1"/>
            </a:lvl1pPr>
            <a:lvl2pPr>
              <a:spcBef>
                <a:spcPts val="1000"/>
              </a:spcBef>
              <a:spcAft>
                <a:spcPts val="1200"/>
              </a:spcAft>
              <a:defRPr lang="ru-RU" sz="1600" b="1"/>
            </a:lvl2pPr>
            <a:lvl3pPr>
              <a:spcBef>
                <a:spcPts val="1000"/>
              </a:spcBef>
              <a:spcAft>
                <a:spcPts val="1200"/>
              </a:spcAft>
              <a:defRPr lang="ru-RU" sz="1400" b="1"/>
            </a:lvl3pPr>
            <a:lvl4pPr>
              <a:spcBef>
                <a:spcPts val="1000"/>
              </a:spcBef>
              <a:spcAft>
                <a:spcPts val="1200"/>
              </a:spcAft>
              <a:defRPr lang="ru-RU" sz="1200" b="1"/>
            </a:lvl4pPr>
            <a:lvl5pPr>
              <a:spcBef>
                <a:spcPts val="1000"/>
              </a:spcBef>
              <a:spcAft>
                <a:spcPts val="1200"/>
              </a:spcAft>
              <a:defRPr lang="ru-RU" sz="1200" b="1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3" name="Объект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480560" y="2153285"/>
            <a:ext cx="6964680" cy="3500438"/>
          </a:xfrm>
        </p:spPr>
        <p:txBody>
          <a:bodyPr lIns="91440" rtlCol="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lang="ru-RU" sz="1800"/>
            </a:lvl1pPr>
            <a:lvl2pPr>
              <a:spcBef>
                <a:spcPts val="1000"/>
              </a:spcBef>
              <a:spcAft>
                <a:spcPts val="1200"/>
              </a:spcAft>
              <a:defRPr lang="ru-RU" sz="1600"/>
            </a:lvl2pPr>
            <a:lvl3pPr>
              <a:spcBef>
                <a:spcPts val="1000"/>
              </a:spcBef>
              <a:spcAft>
                <a:spcPts val="1200"/>
              </a:spcAft>
              <a:defRPr lang="ru-RU" sz="1400"/>
            </a:lvl3pPr>
            <a:lvl4pPr>
              <a:spcBef>
                <a:spcPts val="1000"/>
              </a:spcBef>
              <a:spcAft>
                <a:spcPts val="1200"/>
              </a:spcAft>
              <a:defRPr lang="ru-RU" sz="1200"/>
            </a:lvl4pPr>
            <a:lvl5pPr>
              <a:spcBef>
                <a:spcPts val="1000"/>
              </a:spcBef>
              <a:spcAft>
                <a:spcPts val="1200"/>
              </a:spcAft>
              <a:defRPr lang="ru-RU" sz="12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Рамка 1">
            <a:extLst>
              <a:ext uri="{FF2B5EF4-FFF2-40B4-BE49-F238E27FC236}">
                <a16:creationId xmlns:a16="http://schemas.microsoft.com/office/drawing/2014/main" id="{5C0F1533-3810-C210-9B67-D2F4A1846C23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16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рисунок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E9C70371-D147-2B29-EAEB-B10A799D0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169" y="614812"/>
            <a:ext cx="10359659" cy="1325563"/>
          </a:xfrm>
        </p:spPr>
        <p:txBody>
          <a:bodyPr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C5AE226-98C6-70F4-8DED-59E8FE3040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67" y="2177378"/>
            <a:ext cx="5713413" cy="4669987"/>
          </a:xfrm>
          <a:custGeom>
            <a:avLst/>
            <a:gdLst>
              <a:gd name="connsiteX0" fmla="*/ 400038 w 5713413"/>
              <a:gd name="connsiteY0" fmla="*/ 0 h 4669987"/>
              <a:gd name="connsiteX1" fmla="*/ 5713413 w 5713413"/>
              <a:gd name="connsiteY1" fmla="*/ 0 h 4669987"/>
              <a:gd name="connsiteX2" fmla="*/ 5713413 w 5713413"/>
              <a:gd name="connsiteY2" fmla="*/ 4315224 h 4669987"/>
              <a:gd name="connsiteX3" fmla="*/ 400038 w 5713413"/>
              <a:gd name="connsiteY3" fmla="*/ 4315224 h 4669987"/>
              <a:gd name="connsiteX4" fmla="*/ 0 w 5713413"/>
              <a:gd name="connsiteY4" fmla="*/ 0 h 4669987"/>
              <a:gd name="connsiteX5" fmla="*/ 386684 w 5713413"/>
              <a:gd name="connsiteY5" fmla="*/ 0 h 4669987"/>
              <a:gd name="connsiteX6" fmla="*/ 386684 w 5713413"/>
              <a:gd name="connsiteY6" fmla="*/ 4328578 h 4669987"/>
              <a:gd name="connsiteX7" fmla="*/ 5713413 w 5713413"/>
              <a:gd name="connsiteY7" fmla="*/ 4328578 h 4669987"/>
              <a:gd name="connsiteX8" fmla="*/ 5713413 w 5713413"/>
              <a:gd name="connsiteY8" fmla="*/ 4669987 h 4669987"/>
              <a:gd name="connsiteX9" fmla="*/ 0 w 5713413"/>
              <a:gd name="connsiteY9" fmla="*/ 4669987 h 4669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13413" h="4669987">
                <a:moveTo>
                  <a:pt x="400038" y="0"/>
                </a:moveTo>
                <a:lnTo>
                  <a:pt x="5713413" y="0"/>
                </a:lnTo>
                <a:lnTo>
                  <a:pt x="5713413" y="4315224"/>
                </a:lnTo>
                <a:lnTo>
                  <a:pt x="400038" y="4315224"/>
                </a:lnTo>
                <a:close/>
                <a:moveTo>
                  <a:pt x="0" y="0"/>
                </a:moveTo>
                <a:lnTo>
                  <a:pt x="386684" y="0"/>
                </a:lnTo>
                <a:lnTo>
                  <a:pt x="386684" y="4328578"/>
                </a:lnTo>
                <a:lnTo>
                  <a:pt x="5713413" y="4328578"/>
                </a:lnTo>
                <a:lnTo>
                  <a:pt x="5713413" y="4669987"/>
                </a:lnTo>
                <a:lnTo>
                  <a:pt x="0" y="4669987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8EEA9034-22FD-3C2F-6A27-6363896980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153285"/>
            <a:ext cx="4799012" cy="3790315"/>
          </a:xfrm>
        </p:spPr>
        <p:txBody>
          <a:bodyPr rtlCol="0">
            <a:normAutofit/>
          </a:bodyPr>
          <a:lstStyle>
            <a:lvl1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lang="ru-RU" sz="2000"/>
            </a:lvl1pPr>
            <a:lvl2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lang="ru-RU" sz="1800"/>
            </a:lvl2pPr>
            <a:lvl3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lang="ru-RU" sz="1600"/>
            </a:lvl3pPr>
            <a:lvl4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lang="ru-RU" sz="1400"/>
            </a:lvl4pPr>
            <a:lvl5pPr>
              <a:lnSpc>
                <a:spcPct val="95000"/>
              </a:lnSpc>
              <a:spcBef>
                <a:spcPts val="1000"/>
              </a:spcBef>
              <a:spcAft>
                <a:spcPts val="1200"/>
              </a:spcAft>
              <a:defRPr lang="ru-RU" sz="14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C72AFED-AF5A-A2E9-0D36-388733BBE9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Рамка 6">
            <a:extLst>
              <a:ext uri="{FF2B5EF4-FFF2-40B4-BE49-F238E27FC236}">
                <a16:creationId xmlns:a16="http://schemas.microsoft.com/office/drawing/2014/main" id="{7A42E613-3DCC-07A2-BA9B-74B13F28E591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901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30338E2-B50A-8F3E-2CA7-A75753E7ED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2629" y="598947"/>
            <a:ext cx="10515600" cy="1325563"/>
          </a:xfrm>
        </p:spPr>
        <p:txBody>
          <a:bodyPr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CC8DD029-A673-92B9-0343-3B35BE46D2F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29641" y="2153285"/>
            <a:ext cx="3032759" cy="3790310"/>
          </a:xfrm>
        </p:spPr>
        <p:txBody>
          <a:bodyPr lIns="91440" rtlCol="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lang="ru-RU" sz="1800"/>
            </a:lvl1pPr>
            <a:lvl2pPr>
              <a:spcBef>
                <a:spcPts val="1000"/>
              </a:spcBef>
              <a:spcAft>
                <a:spcPts val="1200"/>
              </a:spcAft>
              <a:defRPr lang="ru-RU" sz="1600"/>
            </a:lvl2pPr>
            <a:lvl3pPr>
              <a:spcBef>
                <a:spcPts val="1000"/>
              </a:spcBef>
              <a:spcAft>
                <a:spcPts val="1200"/>
              </a:spcAft>
              <a:defRPr lang="ru-RU" sz="1400"/>
            </a:lvl3pPr>
            <a:lvl4pPr>
              <a:spcBef>
                <a:spcPts val="1000"/>
              </a:spcBef>
              <a:spcAft>
                <a:spcPts val="1200"/>
              </a:spcAft>
              <a:defRPr lang="ru-RU" sz="1200"/>
            </a:lvl4pPr>
            <a:lvl5pPr>
              <a:spcBef>
                <a:spcPts val="1000"/>
              </a:spcBef>
              <a:spcAft>
                <a:spcPts val="1200"/>
              </a:spcAft>
              <a:defRPr lang="ru-RU" sz="12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1" name="Заполнитель таблицы 10">
            <a:extLst>
              <a:ext uri="{FF2B5EF4-FFF2-40B4-BE49-F238E27FC236}">
                <a16:creationId xmlns:a16="http://schemas.microsoft.com/office/drawing/2014/main" id="{6E658BA3-0202-C705-7A02-8B70B788442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724400" y="2170621"/>
            <a:ext cx="6553200" cy="3772974"/>
          </a:xfrm>
        </p:spPr>
        <p:txBody>
          <a:bodyPr rtlCol="0">
            <a:normAutofit/>
          </a:bodyPr>
          <a:lstStyle>
            <a:lvl1pPr>
              <a:defRPr lang="ru-RU" sz="2000"/>
            </a:lvl1pPr>
          </a:lstStyle>
          <a:p>
            <a:pPr rtl="0"/>
            <a:r>
              <a:rPr lang="ru-RU"/>
              <a:t>Вставка таблицы</a:t>
            </a: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Рамка 1">
            <a:extLst>
              <a:ext uri="{FF2B5EF4-FFF2-40B4-BE49-F238E27FC236}">
                <a16:creationId xmlns:a16="http://schemas.microsoft.com/office/drawing/2014/main" id="{BD761E53-47C7-492A-D5B5-A8C2740B5157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5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2 столбца макет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515600" cy="1531525"/>
          </a:xfrm>
        </p:spPr>
        <p:txBody>
          <a:bodyPr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0F349F3-2C28-5A44-EDFC-75FD6CA9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7367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12" name="Объект 11">
            <a:extLst>
              <a:ext uri="{FF2B5EF4-FFF2-40B4-BE49-F238E27FC236}">
                <a16:creationId xmlns:a16="http://schemas.microsoft.com/office/drawing/2014/main" id="{634FD449-C6E0-CF8A-82B2-52438C952C0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29642" y="2153285"/>
            <a:ext cx="6925660" cy="3500438"/>
          </a:xfrm>
        </p:spPr>
        <p:txBody>
          <a:bodyPr lIns="91440" rtlCol="0">
            <a:normAutofit/>
          </a:bodyPr>
          <a:lstStyle>
            <a:lvl1pPr marL="0" indent="0">
              <a:spcBef>
                <a:spcPts val="1000"/>
              </a:spcBef>
              <a:spcAft>
                <a:spcPts val="1200"/>
              </a:spcAft>
              <a:buNone/>
              <a:defRPr lang="ru-RU" sz="1800" b="0"/>
            </a:lvl1pPr>
            <a:lvl2pPr marL="228600">
              <a:spcBef>
                <a:spcPts val="1000"/>
              </a:spcBef>
              <a:spcAft>
                <a:spcPts val="1200"/>
              </a:spcAft>
              <a:defRPr lang="ru-RU" sz="1800" b="0"/>
            </a:lvl2pPr>
            <a:lvl3pPr marL="685800">
              <a:spcBef>
                <a:spcPts val="1000"/>
              </a:spcBef>
              <a:spcAft>
                <a:spcPts val="1200"/>
              </a:spcAft>
              <a:defRPr lang="ru-RU" sz="1800" b="0"/>
            </a:lvl3pPr>
            <a:lvl4pPr marL="868680">
              <a:spcBef>
                <a:spcPts val="1000"/>
              </a:spcBef>
              <a:spcAft>
                <a:spcPts val="1200"/>
              </a:spcAft>
              <a:defRPr lang="ru-RU" sz="1800" b="0"/>
            </a:lvl4pPr>
            <a:lvl5pPr marL="1143000">
              <a:spcBef>
                <a:spcPts val="1000"/>
              </a:spcBef>
              <a:spcAft>
                <a:spcPts val="1200"/>
              </a:spcAft>
              <a:defRPr lang="ru-RU" sz="1800" b="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3" name="Объект 11">
            <a:extLst>
              <a:ext uri="{FF2B5EF4-FFF2-40B4-BE49-F238E27FC236}">
                <a16:creationId xmlns:a16="http://schemas.microsoft.com/office/drawing/2014/main" id="{F971E741-6253-D410-B562-50CA5976207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215745" y="2153285"/>
            <a:ext cx="3229495" cy="3500438"/>
          </a:xfrm>
        </p:spPr>
        <p:txBody>
          <a:bodyPr lIns="91440" rtlCol="0">
            <a:normAutofit/>
          </a:bodyPr>
          <a:lstStyle>
            <a:lvl1pPr>
              <a:spcBef>
                <a:spcPts val="1000"/>
              </a:spcBef>
              <a:spcAft>
                <a:spcPts val="1200"/>
              </a:spcAft>
              <a:defRPr lang="ru-RU" sz="1800" b="1"/>
            </a:lvl1pPr>
            <a:lvl2pPr>
              <a:spcBef>
                <a:spcPts val="1000"/>
              </a:spcBef>
              <a:spcAft>
                <a:spcPts val="1200"/>
              </a:spcAft>
              <a:defRPr lang="ru-RU" sz="1600" b="1"/>
            </a:lvl2pPr>
            <a:lvl3pPr>
              <a:spcBef>
                <a:spcPts val="1000"/>
              </a:spcBef>
              <a:spcAft>
                <a:spcPts val="1200"/>
              </a:spcAft>
              <a:defRPr lang="ru-RU" sz="1400" b="1"/>
            </a:lvl3pPr>
            <a:lvl4pPr>
              <a:spcBef>
                <a:spcPts val="1000"/>
              </a:spcBef>
              <a:spcAft>
                <a:spcPts val="1200"/>
              </a:spcAft>
              <a:defRPr lang="ru-RU" sz="1200" b="1"/>
            </a:lvl4pPr>
            <a:lvl5pPr>
              <a:spcBef>
                <a:spcPts val="1000"/>
              </a:spcBef>
              <a:spcAft>
                <a:spcPts val="1200"/>
              </a:spcAft>
              <a:defRPr lang="ru-RU" sz="1200" b="1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Рамка 1">
            <a:extLst>
              <a:ext uri="{FF2B5EF4-FFF2-40B4-BE49-F238E27FC236}">
                <a16:creationId xmlns:a16="http://schemas.microsoft.com/office/drawing/2014/main" id="{C9F70CF1-DCAD-AE71-6B34-7BFB25EE530B}"/>
              </a:ext>
            </a:extLst>
          </p:cNvPr>
          <p:cNvSpPr/>
          <p:nvPr userDrawn="1"/>
        </p:nvSpPr>
        <p:spPr>
          <a:xfrm>
            <a:off x="386317" y="352044"/>
            <a:ext cx="11419367" cy="6153912"/>
          </a:xfrm>
          <a:prstGeom prst="frame">
            <a:avLst>
              <a:gd name="adj1" fmla="val 21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42352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F2090F11-94D5-C2A6-0759-3E7541B099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9640" y="485113"/>
            <a:ext cx="10331450" cy="1531525"/>
          </a:xfrm>
        </p:spPr>
        <p:txBody>
          <a:bodyPr rtlCol="0">
            <a:normAutofit/>
          </a:bodyPr>
          <a:lstStyle>
            <a:lvl1pPr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Заполнитель таблицы 8">
            <a:extLst>
              <a:ext uri="{FF2B5EF4-FFF2-40B4-BE49-F238E27FC236}">
                <a16:creationId xmlns:a16="http://schemas.microsoft.com/office/drawing/2014/main" id="{0CF90928-AB48-3554-E2B9-417A00F286A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930275" y="2168526"/>
            <a:ext cx="10331450" cy="3939068"/>
          </a:xfrm>
        </p:spPr>
        <p:txBody>
          <a:bodyPr rtlCol="0">
            <a:normAutofit/>
          </a:bodyPr>
          <a:lstStyle>
            <a:lvl1pPr>
              <a:defRPr lang="ru-RU" sz="2400"/>
            </a:lvl1pPr>
          </a:lstStyle>
          <a:p>
            <a:pPr rtl="0"/>
            <a:r>
              <a:rPr lang="ru-RU"/>
              <a:t>Щелкните значок, чтобы вставить таблицу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7D6C0A7-887A-66E2-A954-5E0592B9F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378552E1-07B0-A631-78D3-D3C0E4C0C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212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DD635B7F-3E76-4C66-6A5A-9156FCE3D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3688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CBB1E76-5845-01C9-1D0D-03CFFE6F0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6316" y="347329"/>
            <a:ext cx="11419368" cy="61527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96C21AF-4286-DECE-37A1-E8980687A1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655320"/>
            <a:ext cx="4572000" cy="5486400"/>
          </a:xfrm>
        </p:spPr>
        <p:txBody>
          <a:bodyPr rtlCol="0">
            <a:normAutofit/>
          </a:bodyPr>
          <a:lstStyle>
            <a:lvl1pPr>
              <a:defRPr lang="ru-RU" sz="48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B8E1D6B3-3EC8-6AC4-BE2B-5C732C85679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475413" y="2773680"/>
            <a:ext cx="4572000" cy="336804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457200" indent="0">
              <a:spcBef>
                <a:spcPts val="1000"/>
              </a:spcBef>
              <a:buNone/>
              <a:defRPr lang="ru-RU" sz="1600"/>
            </a:lvl2pPr>
            <a:lvl3pPr marL="914400" indent="0">
              <a:spcBef>
                <a:spcPts val="1000"/>
              </a:spcBef>
              <a:buNone/>
              <a:defRPr lang="ru-RU" sz="1400"/>
            </a:lvl3pPr>
            <a:lvl4pPr marL="1371600" indent="0">
              <a:spcBef>
                <a:spcPts val="1000"/>
              </a:spcBef>
              <a:buNone/>
              <a:defRPr lang="ru-RU" sz="1200"/>
            </a:lvl4pPr>
            <a:lvl5pPr marL="1828800" indent="0">
              <a:spcBef>
                <a:spcPts val="1000"/>
              </a:spcBef>
              <a:buNone/>
              <a:defRPr lang="ru-RU" sz="1200"/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9113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920" userDrawn="1">
          <p15:clr>
            <a:srgbClr val="F26B43"/>
          </p15:clr>
        </p15:guide>
        <p15:guide id="4" pos="5760" userDrawn="1">
          <p15:clr>
            <a:srgbClr val="F26B43"/>
          </p15:clr>
        </p15:guide>
        <p15:guide id="5" pos="7248" userDrawn="1">
          <p15:clr>
            <a:srgbClr val="F26B43"/>
          </p15:clr>
        </p15:guide>
        <p15:guide id="6" pos="4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C7A28D-CA7F-7A7D-0FD7-F802063D037B}"/>
              </a:ext>
            </a:extLst>
          </p:cNvPr>
          <p:cNvSpPr txBox="1"/>
          <p:nvPr/>
        </p:nvSpPr>
        <p:spPr>
          <a:xfrm>
            <a:off x="2424035" y="330501"/>
            <a:ext cx="734393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Определение скорости распространения волны на поверхности воды</a:t>
            </a:r>
            <a:endParaRPr lang="LID4096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7A24C8-B27D-56E2-60A9-F25A11B09A44}"/>
              </a:ext>
            </a:extLst>
          </p:cNvPr>
          <p:cNvSpPr txBox="1"/>
          <p:nvPr/>
        </p:nvSpPr>
        <p:spPr>
          <a:xfrm>
            <a:off x="453452" y="2921168"/>
            <a:ext cx="60935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Экспериментаторы – Погосян Г.С, Блинов П.Г</a:t>
            </a:r>
          </a:p>
          <a:p>
            <a:r>
              <a:rPr lang="ru-RU" sz="2000" b="1" dirty="0">
                <a:latin typeface="Times New Roman" panose="02020603050405020304" pitchFamily="18" charset="0"/>
              </a:rPr>
              <a:t>Программист – Мельников А.Н</a:t>
            </a:r>
          </a:p>
          <a:p>
            <a:r>
              <a:rPr lang="ru-RU" sz="2000" b="1" dirty="0">
                <a:latin typeface="Times New Roman" panose="02020603050405020304" pitchFamily="18" charset="0"/>
              </a:rPr>
              <a:t>Руководитель  - </a:t>
            </a:r>
            <a:r>
              <a:rPr lang="ru-RU" sz="2000" b="1" dirty="0" err="1">
                <a:latin typeface="Times New Roman" panose="02020603050405020304" pitchFamily="18" charset="0"/>
              </a:rPr>
              <a:t>Варлевский</a:t>
            </a:r>
            <a:r>
              <a:rPr lang="ru-RU" sz="2000" b="1" dirty="0">
                <a:latin typeface="Times New Roman" panose="02020603050405020304" pitchFamily="18" charset="0"/>
              </a:rPr>
              <a:t> А.С</a:t>
            </a:r>
          </a:p>
          <a:p>
            <a:endParaRPr lang="ru-RU" sz="2000" b="1" dirty="0">
              <a:latin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</a:rPr>
              <a:t>Преподаватель – </a:t>
            </a:r>
            <a:r>
              <a:rPr lang="ru-RU" sz="2000" b="1" dirty="0" err="1">
                <a:latin typeface="Times New Roman" panose="02020603050405020304" pitchFamily="18" charset="0"/>
              </a:rPr>
              <a:t>Потылицын</a:t>
            </a:r>
            <a:r>
              <a:rPr lang="ru-RU" sz="2000" b="1" dirty="0">
                <a:latin typeface="Times New Roman" panose="02020603050405020304" pitchFamily="18" charset="0"/>
              </a:rPr>
              <a:t> И.Ю</a:t>
            </a:r>
            <a:endParaRPr lang="LID4096" sz="2000" b="1" dirty="0">
              <a:latin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2E54A9-0178-4B42-3D7D-2097874B57A2}"/>
              </a:ext>
            </a:extLst>
          </p:cNvPr>
          <p:cNvSpPr txBox="1"/>
          <p:nvPr/>
        </p:nvSpPr>
        <p:spPr>
          <a:xfrm>
            <a:off x="3049250" y="5204059"/>
            <a:ext cx="60935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</a:rPr>
              <a:t>Москва</a:t>
            </a:r>
          </a:p>
          <a:p>
            <a:pPr algn="ctr"/>
            <a:r>
              <a:rPr lang="ru-RU" sz="2800" b="1" dirty="0">
                <a:latin typeface="Times New Roman" panose="02020603050405020304" pitchFamily="18" charset="0"/>
              </a:rPr>
              <a:t>МФТИ</a:t>
            </a:r>
          </a:p>
          <a:p>
            <a:pPr algn="ctr"/>
            <a:r>
              <a:rPr lang="ru-RU" sz="2800" b="1" dirty="0">
                <a:latin typeface="Times New Roman" panose="02020603050405020304" pitchFamily="18" charset="0"/>
              </a:rPr>
              <a:t>2025</a:t>
            </a:r>
            <a:endParaRPr lang="LID4096" sz="28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085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F820D31-B52E-A690-348B-4A6CBF67BF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07" y="1119352"/>
            <a:ext cx="11334386" cy="3610302"/>
          </a:xfrm>
          <a:prstGeom prst="rect">
            <a:avLst/>
          </a:prstGeom>
          <a:noFill/>
        </p:spPr>
      </p:pic>
      <p:sp>
        <p:nvSpPr>
          <p:cNvPr id="13" name="Заголовок 7">
            <a:extLst>
              <a:ext uri="{FF2B5EF4-FFF2-40B4-BE49-F238E27FC236}">
                <a16:creationId xmlns:a16="http://schemas.microsoft.com/office/drawing/2014/main" id="{E71EAE20-E840-BFF3-C61B-C54E47FC5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807" y="4792714"/>
            <a:ext cx="11334386" cy="1458183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r>
              <a:rPr lang="ru-RU" sz="2400" dirty="0"/>
              <a:t>Рисунок 1: Схематическое изображение распространения локального небольшого повышения уровня жидкости в канале (A) и уединенной волны (B)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0374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D304888D-B78B-26F5-9075-CDA3C673C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493" y="3785014"/>
            <a:ext cx="9141011" cy="2205884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r>
              <a:rPr lang="ru-RU" sz="2400" dirty="0"/>
              <a:t>Схема экспериментальной установки для исследования скорости волны показана на </a:t>
            </a:r>
            <a:r>
              <a:rPr lang="ru-RU" sz="2400" b="1" dirty="0"/>
              <a:t>рисунке 2.</a:t>
            </a:r>
            <a:r>
              <a:rPr lang="ru-RU" sz="2400" dirty="0"/>
              <a:t> Установка состоит из кюветы с открывающейся дверцей и автоматизированной системы измерений.</a:t>
            </a:r>
            <a:br>
              <a:rPr lang="ru-RU" sz="2400" dirty="0"/>
            </a:br>
            <a:r>
              <a:rPr lang="ru-RU" sz="2400" dirty="0"/>
              <a:t>В состав системы измерений входят:</a:t>
            </a:r>
            <a:br>
              <a:rPr lang="ru-RU" sz="2400" dirty="0"/>
            </a:br>
            <a:r>
              <a:rPr lang="en-US" sz="2400" dirty="0"/>
              <a:t>1.   </a:t>
            </a:r>
            <a:r>
              <a:rPr lang="ru-RU" sz="2400" dirty="0"/>
              <a:t>Мини-компьютер </a:t>
            </a:r>
            <a:r>
              <a:rPr lang="ru-RU" sz="2400" dirty="0" err="1"/>
              <a:t>Raspberry</a:t>
            </a:r>
            <a:r>
              <a:rPr lang="ru-RU" sz="2400" dirty="0"/>
              <a:t> </a:t>
            </a:r>
            <a:r>
              <a:rPr lang="ru-RU" sz="2400" dirty="0" err="1"/>
              <a:t>Pi</a:t>
            </a:r>
            <a:r>
              <a:rPr lang="ru-RU" sz="2400" dirty="0"/>
              <a:t>;</a:t>
            </a:r>
            <a:br>
              <a:rPr lang="ru-RU" sz="2400" dirty="0"/>
            </a:br>
            <a:r>
              <a:rPr lang="en-US" sz="2400" dirty="0"/>
              <a:t>2.   </a:t>
            </a:r>
            <a:r>
              <a:rPr lang="ru-RU" sz="2400" dirty="0"/>
              <a:t>Электрическая схема измерений;</a:t>
            </a:r>
            <a:br>
              <a:rPr lang="ru-RU" sz="2400" dirty="0"/>
            </a:br>
            <a:r>
              <a:rPr lang="en-US" sz="2400" dirty="0"/>
              <a:t>3.   </a:t>
            </a:r>
            <a:r>
              <a:rPr lang="ru-RU" sz="2400" dirty="0"/>
              <a:t>Электрическая схема контроля состояния дверцы;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D0C5F9-3724-64DB-48D6-EBEAFE169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78" y="409897"/>
            <a:ext cx="11375243" cy="3093969"/>
          </a:xfrm>
          <a:prstGeom prst="rect">
            <a:avLst/>
          </a:prstGeom>
        </p:spPr>
      </p:pic>
      <p:sp>
        <p:nvSpPr>
          <p:cNvPr id="5" name="Заголовок 7">
            <a:extLst>
              <a:ext uri="{FF2B5EF4-FFF2-40B4-BE49-F238E27FC236}">
                <a16:creationId xmlns:a16="http://schemas.microsoft.com/office/drawing/2014/main" id="{68AE01AA-DF1D-87BE-9F17-89D5B9CB1995}"/>
              </a:ext>
            </a:extLst>
          </p:cNvPr>
          <p:cNvSpPr txBox="1">
            <a:spLocks/>
          </p:cNvSpPr>
          <p:nvPr/>
        </p:nvSpPr>
        <p:spPr>
          <a:xfrm>
            <a:off x="3084717" y="2833141"/>
            <a:ext cx="5795705" cy="951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800" kern="12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defRPr>
            </a:lvl1pPr>
          </a:lstStyle>
          <a:p>
            <a:r>
              <a:rPr lang="ru-RU" sz="2400" dirty="0"/>
              <a:t>Рисунок 2: Схема лабораторной установки</a:t>
            </a:r>
          </a:p>
        </p:txBody>
      </p:sp>
    </p:spTree>
    <p:extLst>
      <p:ext uri="{BB962C8B-B14F-4D97-AF65-F5344CB8AC3E}">
        <p14:creationId xmlns:p14="http://schemas.microsoft.com/office/powerpoint/2010/main" val="3671577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6">
            <a:extLst>
              <a:ext uri="{FF2B5EF4-FFF2-40B4-BE49-F238E27FC236}">
                <a16:creationId xmlns:a16="http://schemas.microsoft.com/office/drawing/2014/main" id="{FC5F8EB2-8936-F0AC-DA2A-4A5609BEA7E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0679" y="721825"/>
            <a:ext cx="5185321" cy="5304902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ru-RU" sz="2800" b="1" dirty="0"/>
              <a:t>Представленная схема позволяет на электроды, опущенные в жидкость, подать переменное напряжение с частотой 10-20 кГц (настраиваемый параметр).</a:t>
            </a:r>
          </a:p>
        </p:txBody>
      </p:sp>
      <p:pic>
        <p:nvPicPr>
          <p:cNvPr id="2" name="Рисунок 1" descr="Изображение выглядит как диаграмма, Технический чертеж, План, схематич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DB1E7F7-FB87-44F2-9E0A-B0718C289C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46" r="1" b="9912"/>
          <a:stretch>
            <a:fillRect/>
          </a:stretch>
        </p:blipFill>
        <p:spPr>
          <a:xfrm>
            <a:off x="6478587" y="394758"/>
            <a:ext cx="5713413" cy="5029200"/>
          </a:xfrm>
          <a:custGeom>
            <a:avLst/>
            <a:gdLst>
              <a:gd name="connsiteX0" fmla="*/ 5327097 w 5713413"/>
              <a:gd name="connsiteY0" fmla="*/ 0 h 5029200"/>
              <a:gd name="connsiteX1" fmla="*/ 5713413 w 5713413"/>
              <a:gd name="connsiteY1" fmla="*/ 0 h 5029200"/>
              <a:gd name="connsiteX2" fmla="*/ 5713413 w 5713413"/>
              <a:gd name="connsiteY2" fmla="*/ 5029200 h 5029200"/>
              <a:gd name="connsiteX3" fmla="*/ 5327097 w 5713413"/>
              <a:gd name="connsiteY3" fmla="*/ 5029200 h 5029200"/>
              <a:gd name="connsiteX4" fmla="*/ 0 w 5713413"/>
              <a:gd name="connsiteY4" fmla="*/ 0 h 5029200"/>
              <a:gd name="connsiteX5" fmla="*/ 5313743 w 5713413"/>
              <a:gd name="connsiteY5" fmla="*/ 0 h 5029200"/>
              <a:gd name="connsiteX6" fmla="*/ 5313743 w 5713413"/>
              <a:gd name="connsiteY6" fmla="*/ 5029200 h 5029200"/>
              <a:gd name="connsiteX7" fmla="*/ 0 w 5713413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13413" h="5029200">
                <a:moveTo>
                  <a:pt x="5327097" y="0"/>
                </a:moveTo>
                <a:lnTo>
                  <a:pt x="5713413" y="0"/>
                </a:lnTo>
                <a:lnTo>
                  <a:pt x="5713413" y="5029200"/>
                </a:lnTo>
                <a:lnTo>
                  <a:pt x="5327097" y="5029200"/>
                </a:lnTo>
                <a:close/>
                <a:moveTo>
                  <a:pt x="0" y="0"/>
                </a:moveTo>
                <a:lnTo>
                  <a:pt x="5313743" y="0"/>
                </a:lnTo>
                <a:lnTo>
                  <a:pt x="5313743" y="5029200"/>
                </a:lnTo>
                <a:lnTo>
                  <a:pt x="0" y="5029200"/>
                </a:lnTo>
                <a:close/>
              </a:path>
            </a:pathLst>
          </a:custGeom>
          <a:noFill/>
        </p:spPr>
      </p:pic>
      <p:sp>
        <p:nvSpPr>
          <p:cNvPr id="5" name="Объект 27">
            <a:extLst>
              <a:ext uri="{FF2B5EF4-FFF2-40B4-BE49-F238E27FC236}">
                <a16:creationId xmlns:a16="http://schemas.microsoft.com/office/drawing/2014/main" id="{4681FD62-2879-F1A9-E353-ED9A53320A4A}"/>
              </a:ext>
            </a:extLst>
          </p:cNvPr>
          <p:cNvSpPr txBox="1">
            <a:spLocks/>
          </p:cNvSpPr>
          <p:nvPr/>
        </p:nvSpPr>
        <p:spPr>
          <a:xfrm>
            <a:off x="6224673" y="5451660"/>
            <a:ext cx="6047784" cy="9075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Рисунок 3: Схема измерения уровня воды,</a:t>
            </a:r>
          </a:p>
          <a:p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                              вариант 2</a:t>
            </a:r>
          </a:p>
        </p:txBody>
      </p:sp>
    </p:spTree>
    <p:extLst>
      <p:ext uri="{BB962C8B-B14F-4D97-AF65-F5344CB8AC3E}">
        <p14:creationId xmlns:p14="http://schemas.microsoft.com/office/powerpoint/2010/main" val="762554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9B0A9F6B-B714-24A4-1731-04239F0C6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485113"/>
            <a:ext cx="10515600" cy="1531525"/>
          </a:xfrm>
        </p:spPr>
        <p:txBody>
          <a:bodyPr rtlCol="0" anchor="ctr">
            <a:normAutofit/>
          </a:bodyPr>
          <a:lstStyle>
            <a:defPPr>
              <a:defRPr lang="ru-RU"/>
            </a:defPPr>
          </a:lstStyle>
          <a:p>
            <a:r>
              <a:rPr lang="ru-RU" sz="2500" dirty="0"/>
              <a:t>Электрическая схема для фиксации момента открытия дверцы представлена на рисунке 4. Она собрана таким образом, что при механическом открытии дверцы произойдёт смена логического уровня напряжения на входе </a:t>
            </a:r>
            <a:r>
              <a:rPr lang="ru-RU" sz="2500" dirty="0" err="1"/>
              <a:t>Rasberry</a:t>
            </a:r>
            <a:r>
              <a:rPr lang="ru-RU" sz="2500" dirty="0"/>
              <a:t> </a:t>
            </a:r>
            <a:r>
              <a:rPr lang="ru-RU" sz="2500" dirty="0" err="1"/>
              <a:t>Pi</a:t>
            </a:r>
            <a:endParaRPr lang="ru-RU" sz="25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898C397-A7C6-B686-F71E-16541E9DA5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20" r="2" b="15524"/>
          <a:stretch>
            <a:fillRect/>
          </a:stretch>
        </p:blipFill>
        <p:spPr>
          <a:xfrm>
            <a:off x="2705100" y="2016638"/>
            <a:ext cx="6964680" cy="3500438"/>
          </a:xfrm>
          <a:prstGeom prst="rect">
            <a:avLst/>
          </a:prstGeom>
          <a:noFill/>
        </p:spPr>
      </p:pic>
      <p:sp>
        <p:nvSpPr>
          <p:cNvPr id="6" name="Объект 27">
            <a:extLst>
              <a:ext uri="{FF2B5EF4-FFF2-40B4-BE49-F238E27FC236}">
                <a16:creationId xmlns:a16="http://schemas.microsoft.com/office/drawing/2014/main" id="{59DCAC55-B7A8-5880-28DA-348EC4F085AF}"/>
              </a:ext>
            </a:extLst>
          </p:cNvPr>
          <p:cNvSpPr txBox="1">
            <a:spLocks/>
          </p:cNvSpPr>
          <p:nvPr/>
        </p:nvSpPr>
        <p:spPr>
          <a:xfrm>
            <a:off x="3163548" y="5411045"/>
            <a:ext cx="6047784" cy="9075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+mj-cs"/>
              </a:rPr>
              <a:t>Рисунок 4: Схема датчика открытия дверцы</a:t>
            </a:r>
          </a:p>
        </p:txBody>
      </p:sp>
    </p:spTree>
    <p:extLst>
      <p:ext uri="{BB962C8B-B14F-4D97-AF65-F5344CB8AC3E}">
        <p14:creationId xmlns:p14="http://schemas.microsoft.com/office/powerpoint/2010/main" val="1386263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9652A1E-B3F7-E1B2-76ED-8F78E74B9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5231"/>
            <a:ext cx="10515600" cy="1531525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algn="ctr"/>
            <a:r>
              <a:rPr lang="ru-RU" b="1" dirty="0"/>
              <a:t>Фотографии установки</a:t>
            </a:r>
            <a:br>
              <a:rPr lang="ru-RU" b="1" dirty="0"/>
            </a:b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A38ADE9-D6F5-84F7-8489-6CDEB832E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 rtl="0"/>
              <a:t>6</a:t>
            </a:fld>
            <a:endParaRPr lang="ru-RU" dirty="0"/>
          </a:p>
        </p:txBody>
      </p:sp>
      <p:pic>
        <p:nvPicPr>
          <p:cNvPr id="7" name="Объект 6" descr="Изображение выглядит как текст, офисные принадлежности, инструмент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1D2363-F33B-CBEE-D7F8-315790507559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0" y="-656215"/>
            <a:ext cx="3676693" cy="8170429"/>
          </a:xfrm>
        </p:spPr>
      </p:pic>
      <p:pic>
        <p:nvPicPr>
          <p:cNvPr id="13" name="Объект 12" descr="Изображение выглядит как кабель, Электрическая проводка, электроника, Электронная техн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EBC3862-B3A9-D473-9E35-578DF088DB0E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4"/>
          <a:stretch>
            <a:fillRect/>
          </a:stretch>
        </p:blipFill>
        <p:spPr>
          <a:xfrm>
            <a:off x="8515307" y="-656216"/>
            <a:ext cx="3676693" cy="8170429"/>
          </a:xfrm>
        </p:spPr>
      </p:pic>
    </p:spTree>
    <p:extLst>
      <p:ext uri="{BB962C8B-B14F-4D97-AF65-F5344CB8AC3E}">
        <p14:creationId xmlns:p14="http://schemas.microsoft.com/office/powerpoint/2010/main" val="485500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7364034-5F15-4B68-638D-779A619AC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014" y="371623"/>
            <a:ext cx="7565967" cy="997323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dirty="0"/>
              <a:t>Калибровка высоты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0AD58C6-6F47-0261-9611-E968042F55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4400" y="6121252"/>
            <a:ext cx="2743200" cy="36512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 rtl="0"/>
              <a:t>7</a:t>
            </a:fld>
            <a:endParaRPr lang="ru-RU" dirty="0"/>
          </a:p>
        </p:txBody>
      </p:sp>
      <p:pic>
        <p:nvPicPr>
          <p:cNvPr id="11" name="Объект 10" descr="Изображение выглядит как текст, линия, График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C3B4A0C-E607-BA22-508D-0EF8BE28030B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2827622" y="1230897"/>
            <a:ext cx="6536753" cy="5255480"/>
          </a:xfrm>
        </p:spPr>
      </p:pic>
    </p:spTree>
    <p:extLst>
      <p:ext uri="{BB962C8B-B14F-4D97-AF65-F5344CB8AC3E}">
        <p14:creationId xmlns:p14="http://schemas.microsoft.com/office/powerpoint/2010/main" val="3030076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29AE6E7-FD53-FEB9-62BE-645628F8C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smtClean="0"/>
              <a:pPr rtl="0"/>
              <a:t>8</a:t>
            </a:fld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B565A9A-5336-A771-86E6-87A1C7AE931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5889590" cy="3456000"/>
          </a:xfrm>
          <a:prstGeom prst="rect">
            <a:avLst/>
          </a:prstGeom>
        </p:spPr>
      </p:pic>
      <p:pic>
        <p:nvPicPr>
          <p:cNvPr id="7" name="Объект 6">
            <a:extLst>
              <a:ext uri="{FF2B5EF4-FFF2-40B4-BE49-F238E27FC236}">
                <a16:creationId xmlns:a16="http://schemas.microsoft.com/office/drawing/2014/main" id="{CBD6A055-57C6-111F-88D4-9D2A7FF5193E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000" y="0"/>
            <a:ext cx="6264000" cy="336800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71AC139-ED78-4C09-15DF-0CC326EF78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6" y="3390353"/>
            <a:ext cx="5889924" cy="3456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825C3D4-E903-C530-2A03-C37EA44C730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693" y="3377407"/>
            <a:ext cx="5889656" cy="34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575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Объект 19" descr="Изображение выглядит как текст, диаграмма, линия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2D5A972-65CF-7849-A7D9-507C2DA0664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914399" y="343046"/>
            <a:ext cx="10523095" cy="6143331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3D8CC2E-BB8C-CF5A-C460-C662927C0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B5CEABB6-07DC-46E8-9B57-56EC44A396E5}" type="slidenum">
              <a:rPr lang="ru-RU" smtClean="0"/>
              <a:pPr rtl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2754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B961152-381E-D654-15E9-7C4F0960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655320"/>
            <a:ext cx="4572000" cy="5486400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Спасибо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FD569DC-1A68-51FF-4CCE-F334F8B3D5A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475413" y="2773680"/>
            <a:ext cx="4572000" cy="3368040"/>
          </a:xfrm>
        </p:spPr>
        <p:txBody>
          <a:bodyPr rtlCol="0"/>
          <a:lstStyle>
            <a:defPPr>
              <a:defRPr lang="ru-RU"/>
            </a:defPPr>
          </a:lstStyle>
          <a:p>
            <a:pPr algn="ctr" rtl="0"/>
            <a:r>
              <a:rPr lang="ru-RU" dirty="0"/>
              <a:t>Общеинженерная подготовка – первый семестр</a:t>
            </a:r>
            <a:endParaRPr lang="en-US" dirty="0"/>
          </a:p>
          <a:p>
            <a:pPr rtl="0"/>
            <a:endParaRPr lang="en-US" dirty="0"/>
          </a:p>
          <a:p>
            <a:pPr rtl="0"/>
            <a:r>
              <a:rPr lang="ru-RU" dirty="0"/>
              <a:t>Группа Б03-502</a:t>
            </a:r>
          </a:p>
          <a:p>
            <a:pPr rtl="0"/>
            <a:r>
              <a:rPr lang="ru-RU" dirty="0"/>
              <a:t>МФТИ ФАКТ</a:t>
            </a:r>
          </a:p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3844537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7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B09D"/>
      </a:accent1>
      <a:accent2>
        <a:srgbClr val="FFD7C7"/>
      </a:accent2>
      <a:accent3>
        <a:srgbClr val="FFE9E0"/>
      </a:accent3>
      <a:accent4>
        <a:srgbClr val="55736D"/>
      </a:accent4>
      <a:accent5>
        <a:srgbClr val="88A88E"/>
      </a:accent5>
      <a:accent6>
        <a:srgbClr val="E6FFFB"/>
      </a:accent6>
      <a:hlink>
        <a:srgbClr val="0563C1"/>
      </a:hlink>
      <a:folHlink>
        <a:srgbClr val="954F72"/>
      </a:folHlink>
    </a:clrScheme>
    <a:fontScheme name="Custom 116">
      <a:majorFont>
        <a:latin typeface="Bodoni MT"/>
        <a:ea typeface=""/>
        <a:cs typeface="Times New Roman"/>
      </a:majorFont>
      <a:minorFont>
        <a:latin typeface="Sourc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401_TF66722518_Win32" id="{19481458-DEDE-4A87-9D41-DF97F844F91A}" vid="{2922C838-1B9E-484A-BB33-8D809F3D59B7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2E4FA29-61E2-42A6-9537-732ED628B6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F796806-D3A7-49C6-9335-B8A0B9307F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37CDA33-9251-49D0-A51A-7888AA3E063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{0FB53F94-9280-4A6A-8986-216E15BF9642}TFceab9897-d767-4b88-b01c-396399362f8b077da4e8_win32-2876430750be</Template>
  <TotalTime>310</TotalTime>
  <Words>220</Words>
  <Application>Microsoft Office PowerPoint</Application>
  <PresentationFormat>Широкоэкранный</PresentationFormat>
  <Paragraphs>37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Source Sans Pro Light</vt:lpstr>
      <vt:lpstr>Times New Roman</vt:lpstr>
      <vt:lpstr>Пользовательская</vt:lpstr>
      <vt:lpstr>Презентация PowerPoint</vt:lpstr>
      <vt:lpstr>Рисунок 1: Схематическое изображение распространения локального небольшого повышения уровня жидкости в канале (A) и уединенной волны (B) </vt:lpstr>
      <vt:lpstr>Схема экспериментальной установки для исследования скорости волны показана на рисунке 2. Установка состоит из кюветы с открывающейся дверцей и автоматизированной системы измерений. В состав системы измерений входят: 1.   Мини-компьютер Raspberry Pi; 2.   Электрическая схема измерений; 3.   Электрическая схема контроля состояния дверцы;</vt:lpstr>
      <vt:lpstr>Презентация PowerPoint</vt:lpstr>
      <vt:lpstr>Электрическая схема для фиксации момента открытия дверцы представлена на рисунке 4. Она собрана таким образом, что при механическом открытии дверцы произойдёт смена логического уровня напряжения на входе Rasberry Pi</vt:lpstr>
      <vt:lpstr>Фотографии установки </vt:lpstr>
      <vt:lpstr>Калибровка высоты</vt:lpstr>
      <vt:lpstr>Презентация PowerPoint</vt:lpstr>
      <vt:lpstr>Презентация PowerPoint</vt:lpstr>
      <vt:lpstr>Спасибо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Gevorg Poghosyan</dc:creator>
  <cp:lastModifiedBy>Gevorg Poghosyan</cp:lastModifiedBy>
  <cp:revision>2</cp:revision>
  <dcterms:created xsi:type="dcterms:W3CDTF">2025-12-06T21:10:48Z</dcterms:created>
  <dcterms:modified xsi:type="dcterms:W3CDTF">2025-12-07T17:56:48Z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